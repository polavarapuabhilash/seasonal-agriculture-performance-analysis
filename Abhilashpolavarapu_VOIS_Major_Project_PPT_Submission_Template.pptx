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24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9/8/2026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9/8/2026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-223157" y="3583914"/>
            <a:ext cx="7668986" cy="861497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1800" b="0" dirty="0">
                <a:solidFill>
                  <a:schemeClr val="tx1"/>
                </a:solidFill>
              </a:rPr>
              <a:t>Student Name: Abhilash Polavarapu</a:t>
            </a:r>
            <a:endParaRPr lang="en-IN" sz="1800" b="0" dirty="0">
              <a:solidFill>
                <a:schemeClr val="tx1"/>
              </a:solidFill>
            </a:endParaRPr>
          </a:p>
          <a:p>
            <a:pPr algn="ctr"/>
            <a:r>
              <a:rPr lang="en-US" sz="1800" b="0" dirty="0">
                <a:solidFill>
                  <a:schemeClr val="tx1"/>
                </a:solidFill>
              </a:rPr>
              <a:t>College Name- Vasireddy Venkatadri Institute of Technology</a:t>
            </a:r>
            <a:endParaRPr lang="en-IN" sz="1800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4" y="2844750"/>
            <a:ext cx="4998720" cy="743448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-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976066" y="4588993"/>
            <a:ext cx="5583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 </a:t>
            </a:r>
            <a:r>
              <a:rPr lang="en-IN" b="1" dirty="0"/>
              <a:t>STU6a69f9059da2f1785329925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558213"/>
            <a:ext cx="6431280" cy="4357396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r>
              <a:rPr lang="en-IN" sz="2800" dirty="0"/>
              <a:t>Agricultural activities are influenced by seasonal variations in environmental conditions, farming practices, resource availability and market conditions. As a result, agricultural performance may differ from one season to another. </a:t>
            </a:r>
          </a:p>
          <a:p>
            <a:r>
              <a:rPr lang="en-IN" sz="2800" dirty="0"/>
              <a:t>However, raw agricultural data does not clearly explain how agricultural performance changes across seasons or what patterns can be observed in different seasonal conditions. </a:t>
            </a:r>
          </a:p>
          <a:p>
            <a:r>
              <a:rPr lang="en-IN" sz="2800" dirty="0"/>
              <a:t>The problem is to </a:t>
            </a:r>
            <a:r>
              <a:rPr lang="en-IN" sz="2800" dirty="0" err="1"/>
              <a:t>analyze</a:t>
            </a:r>
            <a:r>
              <a:rPr lang="en-IN" sz="2800" dirty="0"/>
              <a:t> the given agricultural dataset and investigate seasonal differences in agricultural performance by identifying meaningful patterns, trends, relationships and variations within the available data.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759191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97F2BD-0DFD-3BD5-1D7A-B6AD4B22724F}"/>
              </a:ext>
            </a:extLst>
          </p:cNvPr>
          <p:cNvSpPr txBox="1"/>
          <p:nvPr/>
        </p:nvSpPr>
        <p:spPr>
          <a:xfrm>
            <a:off x="1520890" y="1903445"/>
            <a:ext cx="710059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dirty="0"/>
              <a:t>The project focuses on </a:t>
            </a:r>
            <a:r>
              <a:rPr lang="en-IN" dirty="0" err="1"/>
              <a:t>analyzing</a:t>
            </a:r>
            <a:r>
              <a:rPr lang="en-IN" dirty="0"/>
              <a:t> agricultural data across different seasons, geographical areas, and farming conditions. It examines farming practices, environmental conditions, resource usage, crop production, and economic performance.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dirty="0"/>
              <a:t>The project involves cleaning and preparing the dataset, </a:t>
            </a:r>
            <a:r>
              <a:rPr lang="en-IN" dirty="0" err="1"/>
              <a:t>analyzing</a:t>
            </a:r>
            <a:r>
              <a:rPr lang="en-IN" dirty="0"/>
              <a:t> seasonal patterns and trends, comparing agricultural performance across seasons, and identifying relationships between seasonal conditions and agricultural outcomes. Statistical and visualization techniques are used to generate meaningful insights and evidence-based recommendations for better seasonal agricultural planning.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758094"/>
            <a:ext cx="7904481" cy="4223289"/>
          </a:xfrm>
        </p:spPr>
        <p:txBody>
          <a:bodyPr>
            <a:normAutofit fontScale="70000" lnSpcReduction="20000"/>
          </a:bodyPr>
          <a:lstStyle/>
          <a:p>
            <a:pPr lvl="0"/>
            <a:r>
              <a:rPr lang="en-IN" sz="3600" dirty="0"/>
              <a:t>Farmers – To understand seasonal patterns and agricultural performance.</a:t>
            </a:r>
          </a:p>
          <a:p>
            <a:pPr lvl="0"/>
            <a:r>
              <a:rPr lang="en-IN" sz="3600" dirty="0"/>
              <a:t>Agricultural Planners – To support evidence-based seasonal planning.</a:t>
            </a:r>
          </a:p>
          <a:p>
            <a:pPr lvl="0"/>
            <a:r>
              <a:rPr lang="en-IN" sz="3600" dirty="0"/>
              <a:t>Agricultural Stakeholders – To compare performance and resource usage across seasons.</a:t>
            </a:r>
          </a:p>
          <a:p>
            <a:pPr lvl="0"/>
            <a:r>
              <a:rPr lang="en-IN" sz="3600" dirty="0"/>
              <a:t>Researchers – To study relationships between environmental conditions and agricultural outcomes.</a:t>
            </a:r>
          </a:p>
          <a:p>
            <a:pPr lvl="0"/>
            <a:r>
              <a:rPr lang="en-IN" sz="3600" dirty="0"/>
              <a:t>Students &amp; Data Analysts – To </a:t>
            </a:r>
            <a:r>
              <a:rPr lang="en-IN" sz="3600" dirty="0" err="1"/>
              <a:t>analyze</a:t>
            </a:r>
            <a:r>
              <a:rPr lang="en-IN" sz="3600" dirty="0"/>
              <a:t> real-world agricultural data and derive insights.</a:t>
            </a:r>
          </a:p>
          <a:p>
            <a:pPr algn="just">
              <a:lnSpc>
                <a:spcPct val="150000"/>
              </a:lnSpc>
            </a:pPr>
            <a:endParaRPr lang="en-IN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0618" y="1432560"/>
            <a:ext cx="9027702" cy="5243448"/>
          </a:xfrm>
        </p:spPr>
        <p:txBody>
          <a:bodyPr/>
          <a:lstStyle/>
          <a:p>
            <a:pPr lvl="0"/>
            <a:r>
              <a:rPr lang="en-IN" b="1" dirty="0"/>
              <a:t>Python</a:t>
            </a:r>
            <a:r>
              <a:rPr lang="en-IN" dirty="0"/>
              <a:t> – Data analysis and processing</a:t>
            </a:r>
          </a:p>
          <a:p>
            <a:pPr lvl="0"/>
            <a:r>
              <a:rPr lang="en-IN" b="1" dirty="0"/>
              <a:t>Pandas</a:t>
            </a:r>
            <a:r>
              <a:rPr lang="en-IN" dirty="0"/>
              <a:t> – Data cleaning and manipulation</a:t>
            </a:r>
          </a:p>
          <a:p>
            <a:pPr lvl="0"/>
            <a:r>
              <a:rPr lang="en-IN" b="1" dirty="0"/>
              <a:t>NumPy</a:t>
            </a:r>
            <a:r>
              <a:rPr lang="en-IN" dirty="0"/>
              <a:t> – Numerical analysis</a:t>
            </a:r>
          </a:p>
          <a:p>
            <a:pPr lvl="0"/>
            <a:r>
              <a:rPr lang="en-IN" b="1" dirty="0"/>
              <a:t>Matplotlib / Seaborn</a:t>
            </a:r>
            <a:r>
              <a:rPr lang="en-IN" dirty="0"/>
              <a:t> – Data visualization</a:t>
            </a:r>
          </a:p>
          <a:p>
            <a:pPr lvl="0"/>
            <a:r>
              <a:rPr lang="en-IN" b="1" dirty="0"/>
              <a:t>Jupyter Notebook</a:t>
            </a:r>
            <a:r>
              <a:rPr lang="en-IN" dirty="0"/>
              <a:t> – Development and documentation of the analysis</a:t>
            </a:r>
          </a:p>
          <a:p>
            <a:pPr lvl="0"/>
            <a:r>
              <a:rPr lang="en-IN" b="1" dirty="0"/>
              <a:t>Statistical Analysis Techniques</a:t>
            </a:r>
            <a:r>
              <a:rPr lang="en-IN" dirty="0"/>
              <a:t> – Identifying trends, relationships, and variations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47727CD-58E4-D41C-8962-B6DF8D832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60" y="1189333"/>
            <a:ext cx="5461844" cy="516449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2A5C67-84FE-C8E8-D57A-3242B710E279}"/>
              </a:ext>
            </a:extLst>
          </p:cNvPr>
          <p:cNvSpPr txBox="1"/>
          <p:nvPr/>
        </p:nvSpPr>
        <p:spPr>
          <a:xfrm>
            <a:off x="6231155" y="1436914"/>
            <a:ext cx="3883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By this chart, it </a:t>
            </a:r>
            <a:r>
              <a:rPr lang="en-US"/>
              <a:t>tells which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43C559-A30C-01E1-693E-D67DACCE27DD}"/>
              </a:ext>
            </a:extLst>
          </p:cNvPr>
          <p:cNvSpPr txBox="1"/>
          <p:nvPr/>
        </p:nvSpPr>
        <p:spPr>
          <a:xfrm>
            <a:off x="746449" y="1350431"/>
            <a:ext cx="681134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dirty="0"/>
              <a:t>Develop predictive models to forecast agricultural performance for upcoming seasons.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dirty="0"/>
              <a:t>Integrate real-time weather and environmental data for more accurate analysis.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dirty="0"/>
              <a:t>Extend the analysis to more regions, crops, and agricultural categories.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dirty="0"/>
              <a:t>Build interactive dashboards to help users monitor seasonal agricultural trends.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dirty="0" err="1"/>
              <a:t>Analyze</a:t>
            </a:r>
            <a:r>
              <a:rPr lang="en-IN" dirty="0"/>
              <a:t> market and economic factors to understand their impact on agricultural outcomes.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dirty="0"/>
              <a:t>Use advanced machine learning techniques to identify complex patterns and relationships.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dirty="0"/>
              <a:t>Provide data-driven recommendations to support better seasonal agricultural planning.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AEB1727-BC20-34F4-A4B7-95EFB382E5F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794541"/>
              </p:ext>
            </p:extLst>
          </p:nvPr>
        </p:nvGraphicFramePr>
        <p:xfrm>
          <a:off x="1155699" y="2248679"/>
          <a:ext cx="7804509" cy="31910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3" imgW="2590942" imgH="517956" progId="Package">
                  <p:embed/>
                </p:oleObj>
              </mc:Choice>
              <mc:Fallback>
                <p:oleObj name="Packager Shell Object" showAsIcon="1" r:id="rId3" imgW="2590942" imgH="517956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55699" y="2248679"/>
                        <a:ext cx="7804509" cy="31910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372" y="2142999"/>
            <a:ext cx="11340000" cy="700114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624</TotalTime>
  <Words>454</Words>
  <Application>Microsoft Office PowerPoint</Application>
  <PresentationFormat>Widescreen</PresentationFormat>
  <Paragraphs>49</Paragraphs>
  <Slides>14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Trebuchet MS</vt:lpstr>
      <vt:lpstr>Wingdings</vt:lpstr>
      <vt:lpstr>Wingdings 3</vt:lpstr>
      <vt:lpstr>Facet</vt:lpstr>
      <vt:lpstr>Package</vt:lpstr>
      <vt:lpstr>Project Title -</vt:lpstr>
      <vt:lpstr>PROBLEM  STATEMENT</vt:lpstr>
      <vt:lpstr>Project Description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Abhilash Polavarapu</cp:lastModifiedBy>
  <cp:revision>98</cp:revision>
  <dcterms:created xsi:type="dcterms:W3CDTF">2021-07-11T13:13:15Z</dcterms:created>
  <dcterms:modified xsi:type="dcterms:W3CDTF">2026-09-08T12:47:55Z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